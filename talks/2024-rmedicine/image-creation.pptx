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A1D4E-660E-36AF-BDB9-4073B602B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5509EF-B0DA-15BD-3EF6-F8E53CAA5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66C00-0354-667E-6BEE-E27DA108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AB53C-D27D-D3BF-E581-0BC6F9D2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339B-9D83-37D6-FFF4-FE0E81AF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8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F7A3-3321-C7E9-79E5-4AD405F5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806A0-EDA5-D636-B79A-A07766C7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62FA3-2927-B5FF-3554-1A77DBFC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B5F4B-3C89-0132-E0FA-B24DFDBF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A0599-AC92-CD89-EF1F-71AB4CB0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3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69EB-D486-1F6E-4E8E-DECC2B08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7D6AA-00E5-CF2D-1666-E39ACBF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EDDC7-443E-4A06-F383-ABCA09A5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13C1-6BEE-1576-91F1-A053B547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66AB0-5D8D-9746-9BDC-C8607641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7CB4-8836-FA9F-73BE-97E2F542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F8A4-3412-B921-F3EE-3C8BFE1A4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89E4F6-E317-5AC7-960A-3A83C322F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99F60-B4CD-06EC-AF66-5DC0E2F1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1C1E5-FFE8-595A-F8B4-72006B7F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3C45C-3F19-5D78-CB2B-DFA70A15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0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1708-DD29-E6F0-AB3B-CA2D9A536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374B6-0907-F969-317D-DA30D452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83DF1-7F00-1600-F425-8DCCC0287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CBB03-8EBE-F8FB-A61F-3794CA60E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06339-114E-EE79-756C-2206911D2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C8EF0-3CB0-76F0-18CE-7C4786FE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696C1-1714-28E8-AC53-93A2F045C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505FA-94B7-9A08-063C-54D3E162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3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60A2-FF6C-6AD4-0B28-23C9D0D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2BD6E-EF93-8DF6-5455-13EE5129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FA891-E952-DA20-1530-BE99EB930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B19DC6-CE86-7565-1C47-3D9D8B83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4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67957-7300-775E-4495-B699F8FB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771BA-8524-F240-97C8-0AC7BE9C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25E39-4922-191D-9B71-535A166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40E9-755D-2F70-4F95-BC860C230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48365-60CD-7CD1-50D7-A83E43125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A878A-68D6-BF3E-BACC-338A3F286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250C5-1A69-DBAB-785E-0BC5E76FD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6B59D-FBF1-8384-30DB-43FBC6414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2FA06-0982-95C3-38FE-6E01D00E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FD63-7FFD-358B-FB9B-42E9A602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1468CD-0BE8-A8E1-DDB2-3A1B8E45A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0878E-52F5-BE50-BDAF-5A9F2E9BC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6B837-CB90-3DC9-DD42-56205E33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C45E5-5EA9-DBF1-134C-3FF2718D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860AF-A112-564B-38C1-9EB2774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2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14AA-6880-8335-E810-3DA7A7A5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740CB-E840-A081-2531-3D7606290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BF10D-24D1-709A-017D-EC0C4510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0F93E-2C82-1729-07D3-2F621863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7838C-FA12-5243-08C5-538E2D2E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5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1EA1F3-8F0A-C9A2-1F51-A0ED47A70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E4917-5889-80C7-D535-823B7621C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FD9F6-91A4-DC20-B2F9-3998E617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DD8C6-06AA-4721-F2FA-FB485EB2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88448-E395-5D5E-9D28-E7F8658F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02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2E9D3-9B74-38C0-E128-F36B1B7E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E15ED-2ED9-3E78-70D4-127F4AD36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9208A-63C9-4228-A18B-9DD80C3A6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70D5F-1159-4F69-82E7-B9043BD27AD3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4D271-7C80-42FC-8696-164D06F38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A05D8-A1A2-BF06-1D63-15E4F5DA6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5D970-5896-4CAB-9A76-0DDE710F1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3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18594D6-A7EC-090B-DE2E-A66B4CEAEFA4}"/>
              </a:ext>
            </a:extLst>
          </p:cNvPr>
          <p:cNvGrpSpPr/>
          <p:nvPr/>
        </p:nvGrpSpPr>
        <p:grpSpPr>
          <a:xfrm>
            <a:off x="1724353" y="287722"/>
            <a:ext cx="8581040" cy="2960468"/>
            <a:chOff x="153056" y="325821"/>
            <a:chExt cx="8581040" cy="296046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04AF0A6-AE30-EE5C-FD7A-5F11A8C43F05}"/>
                </a:ext>
              </a:extLst>
            </p:cNvPr>
            <p:cNvSpPr/>
            <p:nvPr/>
          </p:nvSpPr>
          <p:spPr>
            <a:xfrm>
              <a:off x="315310" y="325821"/>
              <a:ext cx="2322786" cy="145042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6E9084-B20C-CA28-42C9-1C32B62614AA}"/>
                </a:ext>
              </a:extLst>
            </p:cNvPr>
            <p:cNvSpPr txBox="1"/>
            <p:nvPr/>
          </p:nvSpPr>
          <p:spPr>
            <a:xfrm>
              <a:off x="615075" y="789422"/>
              <a:ext cx="17232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Start time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C1F85FC-28A4-C061-624B-27ABFF411952}"/>
                </a:ext>
              </a:extLst>
            </p:cNvPr>
            <p:cNvSpPr/>
            <p:nvPr/>
          </p:nvSpPr>
          <p:spPr>
            <a:xfrm>
              <a:off x="6411310" y="325821"/>
              <a:ext cx="2322786" cy="1450428"/>
            </a:xfrm>
            <a:prstGeom prst="ellipse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AFA595-E123-EC97-8ADD-21EA2B9FB77C}"/>
                </a:ext>
              </a:extLst>
            </p:cNvPr>
            <p:cNvSpPr txBox="1"/>
            <p:nvPr/>
          </p:nvSpPr>
          <p:spPr>
            <a:xfrm>
              <a:off x="6741072" y="791444"/>
              <a:ext cx="1663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End time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7C89747-C95A-9837-CAD9-A31D80A175C3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2638096" y="1051035"/>
              <a:ext cx="377321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2771FB-C29A-2633-0CEB-C7FA0E49F8C8}"/>
                </a:ext>
              </a:extLst>
            </p:cNvPr>
            <p:cNvSpPr txBox="1"/>
            <p:nvPr/>
          </p:nvSpPr>
          <p:spPr>
            <a:xfrm>
              <a:off x="153056" y="1901295"/>
              <a:ext cx="264729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Diagnosis</a:t>
              </a:r>
            </a:p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Surgery</a:t>
              </a:r>
            </a:p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Treatment start</a:t>
              </a:r>
              <a:endParaRPr lang="en-US" sz="2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E3620E-EAA7-6C8F-A116-6CD56F65380C}"/>
                </a:ext>
              </a:extLst>
            </p:cNvPr>
            <p:cNvSpPr txBox="1"/>
            <p:nvPr/>
          </p:nvSpPr>
          <p:spPr>
            <a:xfrm>
              <a:off x="6613632" y="1901295"/>
              <a:ext cx="212046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Death</a:t>
              </a:r>
            </a:p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Progression</a:t>
              </a:r>
            </a:p>
            <a:p>
              <a:pPr algn="ctr"/>
              <a:r>
                <a:rPr lang="en-US" sz="2800" dirty="0">
                  <a:latin typeface="Helvetica" panose="020B0604020202020204" pitchFamily="34" charset="0"/>
                  <a:cs typeface="Helvetica" panose="020B0604020202020204" pitchFamily="34" charset="0"/>
                </a:rPr>
                <a:t>Recurrence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011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DE6295-F05E-B3ED-0B80-E55DC3F6D1F4}"/>
              </a:ext>
            </a:extLst>
          </p:cNvPr>
          <p:cNvGrpSpPr/>
          <p:nvPr/>
        </p:nvGrpSpPr>
        <p:grpSpPr>
          <a:xfrm>
            <a:off x="1478828" y="296917"/>
            <a:ext cx="9234344" cy="6264165"/>
            <a:chOff x="1276001" y="2541191"/>
            <a:chExt cx="3933307" cy="2757322"/>
          </a:xfrm>
        </p:grpSpPr>
        <p:pic>
          <p:nvPicPr>
            <p:cNvPr id="3" name="Content Placeholder 4" descr="Man">
              <a:extLst>
                <a:ext uri="{FF2B5EF4-FFF2-40B4-BE49-F238E27FC236}">
                  <a16:creationId xmlns:a16="http://schemas.microsoft.com/office/drawing/2014/main" id="{8D53C3E1-92A2-814E-AC5B-D81F12BF7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7756" y="2541191"/>
              <a:ext cx="914400" cy="914400"/>
            </a:xfrm>
            <a:prstGeom prst="rect">
              <a:avLst/>
            </a:prstGeom>
          </p:spPr>
        </p:pic>
        <p:pic>
          <p:nvPicPr>
            <p:cNvPr id="4" name="Content Placeholder 4" descr="Man">
              <a:extLst>
                <a:ext uri="{FF2B5EF4-FFF2-40B4-BE49-F238E27FC236}">
                  <a16:creationId xmlns:a16="http://schemas.microsoft.com/office/drawing/2014/main" id="{6B97D56D-1F73-A055-7887-1E0FDA755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389" y="2541191"/>
              <a:ext cx="914400" cy="914400"/>
            </a:xfrm>
            <a:prstGeom prst="rect">
              <a:avLst/>
            </a:prstGeom>
          </p:spPr>
        </p:pic>
        <p:pic>
          <p:nvPicPr>
            <p:cNvPr id="5" name="Content Placeholder 4" descr="Man">
              <a:extLst>
                <a:ext uri="{FF2B5EF4-FFF2-40B4-BE49-F238E27FC236}">
                  <a16:creationId xmlns:a16="http://schemas.microsoft.com/office/drawing/2014/main" id="{C32DD9B7-247B-290D-61B0-63603D8F9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16578" y="2541191"/>
              <a:ext cx="914400" cy="914400"/>
            </a:xfrm>
            <a:prstGeom prst="rect">
              <a:avLst/>
            </a:prstGeom>
          </p:spPr>
        </p:pic>
        <p:pic>
          <p:nvPicPr>
            <p:cNvPr id="6" name="Content Placeholder 4" descr="Man">
              <a:extLst>
                <a:ext uri="{FF2B5EF4-FFF2-40B4-BE49-F238E27FC236}">
                  <a16:creationId xmlns:a16="http://schemas.microsoft.com/office/drawing/2014/main" id="{36945C21-CFA6-1BF0-2DAF-984E0FD83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40479" y="2541191"/>
              <a:ext cx="914400" cy="914400"/>
            </a:xfrm>
            <a:prstGeom prst="rect">
              <a:avLst/>
            </a:prstGeom>
          </p:spPr>
        </p:pic>
        <p:pic>
          <p:nvPicPr>
            <p:cNvPr id="7" name="Content Placeholder 4" descr="Man">
              <a:extLst>
                <a:ext uri="{FF2B5EF4-FFF2-40B4-BE49-F238E27FC236}">
                  <a16:creationId xmlns:a16="http://schemas.microsoft.com/office/drawing/2014/main" id="{8BB5A21B-DAA4-5EB9-8ABE-C026F2959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8123" y="2541191"/>
              <a:ext cx="914400" cy="914400"/>
            </a:xfrm>
            <a:prstGeom prst="rect">
              <a:avLst/>
            </a:prstGeom>
          </p:spPr>
        </p:pic>
        <p:pic>
          <p:nvPicPr>
            <p:cNvPr id="8" name="Content Placeholder 4" descr="Man">
              <a:extLst>
                <a:ext uri="{FF2B5EF4-FFF2-40B4-BE49-F238E27FC236}">
                  <a16:creationId xmlns:a16="http://schemas.microsoft.com/office/drawing/2014/main" id="{11D10E7E-F15A-374A-26E2-B2045AC29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58934" y="2541191"/>
              <a:ext cx="914400" cy="914400"/>
            </a:xfrm>
            <a:prstGeom prst="rect">
              <a:avLst/>
            </a:prstGeom>
          </p:spPr>
        </p:pic>
        <p:pic>
          <p:nvPicPr>
            <p:cNvPr id="9" name="Content Placeholder 4" descr="Man">
              <a:extLst>
                <a:ext uri="{FF2B5EF4-FFF2-40B4-BE49-F238E27FC236}">
                  <a16:creationId xmlns:a16="http://schemas.microsoft.com/office/drawing/2014/main" id="{C5394961-B906-36CC-9964-CDBCD06E3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9301" y="2541191"/>
              <a:ext cx="914400" cy="914400"/>
            </a:xfrm>
            <a:prstGeom prst="rect">
              <a:avLst/>
            </a:prstGeom>
          </p:spPr>
        </p:pic>
        <p:pic>
          <p:nvPicPr>
            <p:cNvPr id="10" name="Content Placeholder 4" descr="Man">
              <a:extLst>
                <a:ext uri="{FF2B5EF4-FFF2-40B4-BE49-F238E27FC236}">
                  <a16:creationId xmlns:a16="http://schemas.microsoft.com/office/drawing/2014/main" id="{117EBCE1-5D1C-7606-5BC9-CCC8D1B48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9668" y="2541191"/>
              <a:ext cx="914400" cy="914400"/>
            </a:xfrm>
            <a:prstGeom prst="rect">
              <a:avLst/>
            </a:prstGeom>
          </p:spPr>
        </p:pic>
        <p:pic>
          <p:nvPicPr>
            <p:cNvPr id="11" name="Content Placeholder 4" descr="Man">
              <a:extLst>
                <a:ext uri="{FF2B5EF4-FFF2-40B4-BE49-F238E27FC236}">
                  <a16:creationId xmlns:a16="http://schemas.microsoft.com/office/drawing/2014/main" id="{A6E1CDF0-8730-6613-6730-F044E6A1D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7389" y="3455591"/>
              <a:ext cx="914400" cy="914400"/>
            </a:xfrm>
            <a:prstGeom prst="rect">
              <a:avLst/>
            </a:prstGeom>
          </p:spPr>
        </p:pic>
        <p:pic>
          <p:nvPicPr>
            <p:cNvPr id="12" name="Content Placeholder 4" descr="Man">
              <a:extLst>
                <a:ext uri="{FF2B5EF4-FFF2-40B4-BE49-F238E27FC236}">
                  <a16:creationId xmlns:a16="http://schemas.microsoft.com/office/drawing/2014/main" id="{2B8D2BE3-CE5C-3A98-4590-16272B9E7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98567" y="3455591"/>
              <a:ext cx="914400" cy="914400"/>
            </a:xfrm>
            <a:prstGeom prst="rect">
              <a:avLst/>
            </a:prstGeom>
          </p:spPr>
        </p:pic>
        <p:pic>
          <p:nvPicPr>
            <p:cNvPr id="13" name="Content Placeholder 4" descr="Man">
              <a:extLst>
                <a:ext uri="{FF2B5EF4-FFF2-40B4-BE49-F238E27FC236}">
                  <a16:creationId xmlns:a16="http://schemas.microsoft.com/office/drawing/2014/main" id="{8AF7630B-9589-6603-45D8-9FAB0C24E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52996" y="3455591"/>
              <a:ext cx="914400" cy="914400"/>
            </a:xfrm>
            <a:prstGeom prst="rect">
              <a:avLst/>
            </a:prstGeom>
          </p:spPr>
        </p:pic>
        <p:pic>
          <p:nvPicPr>
            <p:cNvPr id="14" name="Content Placeholder 4" descr="Man">
              <a:extLst>
                <a:ext uri="{FF2B5EF4-FFF2-40B4-BE49-F238E27FC236}">
                  <a16:creationId xmlns:a16="http://schemas.microsoft.com/office/drawing/2014/main" id="{AC988596-A260-3D65-AEF5-1FC250411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63091" y="3455591"/>
              <a:ext cx="914400" cy="914400"/>
            </a:xfrm>
            <a:prstGeom prst="rect">
              <a:avLst/>
            </a:prstGeom>
          </p:spPr>
        </p:pic>
        <p:pic>
          <p:nvPicPr>
            <p:cNvPr id="15" name="Content Placeholder 4" descr="Man">
              <a:extLst>
                <a:ext uri="{FF2B5EF4-FFF2-40B4-BE49-F238E27FC236}">
                  <a16:creationId xmlns:a16="http://schemas.microsoft.com/office/drawing/2014/main" id="{F2C76B70-E74D-F93F-D494-7428F5C5B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13363" y="3455591"/>
              <a:ext cx="914400" cy="914400"/>
            </a:xfrm>
            <a:prstGeom prst="rect">
              <a:avLst/>
            </a:prstGeom>
          </p:spPr>
        </p:pic>
        <p:pic>
          <p:nvPicPr>
            <p:cNvPr id="16" name="Content Placeholder 4" descr="Man">
              <a:extLst>
                <a:ext uri="{FF2B5EF4-FFF2-40B4-BE49-F238E27FC236}">
                  <a16:creationId xmlns:a16="http://schemas.microsoft.com/office/drawing/2014/main" id="{4B03828A-6682-40A2-2B4B-63135477B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24842" y="3455591"/>
              <a:ext cx="914400" cy="914400"/>
            </a:xfrm>
            <a:prstGeom prst="rect">
              <a:avLst/>
            </a:prstGeom>
          </p:spPr>
        </p:pic>
        <p:pic>
          <p:nvPicPr>
            <p:cNvPr id="17" name="Content Placeholder 4" descr="Man">
              <a:extLst>
                <a:ext uri="{FF2B5EF4-FFF2-40B4-BE49-F238E27FC236}">
                  <a16:creationId xmlns:a16="http://schemas.microsoft.com/office/drawing/2014/main" id="{79AACAA0-0297-DB16-7245-3F095C1A3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33552" y="3455591"/>
              <a:ext cx="914400" cy="914400"/>
            </a:xfrm>
            <a:prstGeom prst="rect">
              <a:avLst/>
            </a:prstGeom>
          </p:spPr>
        </p:pic>
        <p:pic>
          <p:nvPicPr>
            <p:cNvPr id="18" name="Content Placeholder 4" descr="Man">
              <a:extLst>
                <a:ext uri="{FF2B5EF4-FFF2-40B4-BE49-F238E27FC236}">
                  <a16:creationId xmlns:a16="http://schemas.microsoft.com/office/drawing/2014/main" id="{A6B18370-BDB3-10C8-2757-AAA5D0DE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94908" y="3455591"/>
              <a:ext cx="914400" cy="914400"/>
            </a:xfrm>
            <a:prstGeom prst="rect">
              <a:avLst/>
            </a:prstGeom>
          </p:spPr>
        </p:pic>
        <p:pic>
          <p:nvPicPr>
            <p:cNvPr id="19" name="Content Placeholder 4" descr="Man">
              <a:extLst>
                <a:ext uri="{FF2B5EF4-FFF2-40B4-BE49-F238E27FC236}">
                  <a16:creationId xmlns:a16="http://schemas.microsoft.com/office/drawing/2014/main" id="{564A59FF-D453-0AC5-515C-5D14DF80E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83824" y="4369991"/>
              <a:ext cx="914400" cy="914400"/>
            </a:xfrm>
            <a:prstGeom prst="rect">
              <a:avLst/>
            </a:prstGeom>
          </p:spPr>
        </p:pic>
        <p:pic>
          <p:nvPicPr>
            <p:cNvPr id="20" name="Content Placeholder 4" descr="Man">
              <a:extLst>
                <a:ext uri="{FF2B5EF4-FFF2-40B4-BE49-F238E27FC236}">
                  <a16:creationId xmlns:a16="http://schemas.microsoft.com/office/drawing/2014/main" id="{60B6E1F9-D6AF-0866-E5A5-7C136BCB7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59873" y="4381711"/>
              <a:ext cx="914400" cy="914400"/>
            </a:xfrm>
            <a:prstGeom prst="rect">
              <a:avLst/>
            </a:prstGeom>
          </p:spPr>
        </p:pic>
        <p:pic>
          <p:nvPicPr>
            <p:cNvPr id="21" name="Content Placeholder 4" descr="Man">
              <a:extLst>
                <a:ext uri="{FF2B5EF4-FFF2-40B4-BE49-F238E27FC236}">
                  <a16:creationId xmlns:a16="http://schemas.microsoft.com/office/drawing/2014/main" id="{BCB8645E-B416-8C73-CEB5-78A0C8A73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40082" y="4384113"/>
              <a:ext cx="914400" cy="914400"/>
            </a:xfrm>
            <a:prstGeom prst="rect">
              <a:avLst/>
            </a:prstGeom>
          </p:spPr>
        </p:pic>
        <p:pic>
          <p:nvPicPr>
            <p:cNvPr id="22" name="Content Placeholder 4" descr="Man">
              <a:extLst>
                <a:ext uri="{FF2B5EF4-FFF2-40B4-BE49-F238E27FC236}">
                  <a16:creationId xmlns:a16="http://schemas.microsoft.com/office/drawing/2014/main" id="{D9035AF4-018F-FCD5-AA9B-F9370167F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10592" y="4384113"/>
              <a:ext cx="914400" cy="914400"/>
            </a:xfrm>
            <a:prstGeom prst="rect">
              <a:avLst/>
            </a:prstGeom>
          </p:spPr>
        </p:pic>
        <p:pic>
          <p:nvPicPr>
            <p:cNvPr id="23" name="Content Placeholder 4" descr="Man">
              <a:extLst>
                <a:ext uri="{FF2B5EF4-FFF2-40B4-BE49-F238E27FC236}">
                  <a16:creationId xmlns:a16="http://schemas.microsoft.com/office/drawing/2014/main" id="{4ACB262C-B3E8-086F-BBAF-4F06DCF2C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63091" y="4384113"/>
              <a:ext cx="914400" cy="914400"/>
            </a:xfrm>
            <a:prstGeom prst="rect">
              <a:avLst/>
            </a:prstGeom>
          </p:spPr>
        </p:pic>
        <p:pic>
          <p:nvPicPr>
            <p:cNvPr id="24" name="Content Placeholder 4" descr="Man">
              <a:extLst>
                <a:ext uri="{FF2B5EF4-FFF2-40B4-BE49-F238E27FC236}">
                  <a16:creationId xmlns:a16="http://schemas.microsoft.com/office/drawing/2014/main" id="{5F2343C0-E0F7-C485-AED0-35EB6565B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6370" y="4384113"/>
              <a:ext cx="914400" cy="914400"/>
            </a:xfrm>
            <a:prstGeom prst="rect">
              <a:avLst/>
            </a:prstGeom>
          </p:spPr>
        </p:pic>
        <p:pic>
          <p:nvPicPr>
            <p:cNvPr id="25" name="Content Placeholder 4" descr="Man">
              <a:extLst>
                <a:ext uri="{FF2B5EF4-FFF2-40B4-BE49-F238E27FC236}">
                  <a16:creationId xmlns:a16="http://schemas.microsoft.com/office/drawing/2014/main" id="{153616E3-C0BE-578B-A3C9-1E3FFACE3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95796" y="4384113"/>
              <a:ext cx="914400" cy="914400"/>
            </a:xfrm>
            <a:prstGeom prst="rect">
              <a:avLst/>
            </a:prstGeom>
          </p:spPr>
        </p:pic>
        <p:pic>
          <p:nvPicPr>
            <p:cNvPr id="26" name="Content Placeholder 4" descr="Man">
              <a:extLst>
                <a:ext uri="{FF2B5EF4-FFF2-40B4-BE49-F238E27FC236}">
                  <a16:creationId xmlns:a16="http://schemas.microsoft.com/office/drawing/2014/main" id="{952AD3BD-3DCE-612E-75F5-48E968EEB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6001" y="4369991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188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hexagon with white text&#10;&#10;Description automatically generated">
            <a:extLst>
              <a:ext uri="{FF2B5EF4-FFF2-40B4-BE49-F238E27FC236}">
                <a16:creationId xmlns:a16="http://schemas.microsoft.com/office/drawing/2014/main" id="{8F4E5382-94F8-9AFE-1A7C-21B933754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541" y="431897"/>
            <a:ext cx="2285714" cy="2638095"/>
          </a:xfrm>
          <a:prstGeom prst="rect">
            <a:avLst/>
          </a:prstGeom>
        </p:spPr>
      </p:pic>
      <p:pic>
        <p:nvPicPr>
          <p:cNvPr id="5" name="Picture 4" descr="A logo of a person sitting on a green object&#10;&#10;Description automatically generated">
            <a:extLst>
              <a:ext uri="{FF2B5EF4-FFF2-40B4-BE49-F238E27FC236}">
                <a16:creationId xmlns:a16="http://schemas.microsoft.com/office/drawing/2014/main" id="{A2DCBE52-45CC-5CDA-ADC6-01A119D83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39" y="291357"/>
            <a:ext cx="2919176" cy="2919176"/>
          </a:xfrm>
          <a:prstGeom prst="rect">
            <a:avLst/>
          </a:prstGeom>
        </p:spPr>
      </p:pic>
      <p:pic>
        <p:nvPicPr>
          <p:cNvPr id="7" name="Picture 6" descr="A logo with palm trees on an island&#10;&#10;Description automatically generated">
            <a:extLst>
              <a:ext uri="{FF2B5EF4-FFF2-40B4-BE49-F238E27FC236}">
                <a16:creationId xmlns:a16="http://schemas.microsoft.com/office/drawing/2014/main" id="{1B376975-51F4-0D41-F0A8-509F39ED5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3" y="431898"/>
            <a:ext cx="2285970" cy="2638095"/>
          </a:xfrm>
          <a:prstGeom prst="rect">
            <a:avLst/>
          </a:prstGeom>
        </p:spPr>
      </p:pic>
      <p:sp>
        <p:nvSpPr>
          <p:cNvPr id="8" name="Heart 7">
            <a:extLst>
              <a:ext uri="{FF2B5EF4-FFF2-40B4-BE49-F238E27FC236}">
                <a16:creationId xmlns:a16="http://schemas.microsoft.com/office/drawing/2014/main" id="{9C598367-9E6A-7701-C802-E0EE3FE65691}"/>
              </a:ext>
            </a:extLst>
          </p:cNvPr>
          <p:cNvSpPr/>
          <p:nvPr/>
        </p:nvSpPr>
        <p:spPr>
          <a:xfrm>
            <a:off x="9869938" y="745104"/>
            <a:ext cx="2076994" cy="2011680"/>
          </a:xfrm>
          <a:prstGeom prst="hear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lus Sign 8">
            <a:extLst>
              <a:ext uri="{FF2B5EF4-FFF2-40B4-BE49-F238E27FC236}">
                <a16:creationId xmlns:a16="http://schemas.microsoft.com/office/drawing/2014/main" id="{146BD542-8BDA-AC68-1E47-0A26363CE44E}"/>
              </a:ext>
            </a:extLst>
          </p:cNvPr>
          <p:cNvSpPr/>
          <p:nvPr/>
        </p:nvSpPr>
        <p:spPr>
          <a:xfrm>
            <a:off x="2762117" y="1414613"/>
            <a:ext cx="693683" cy="672662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D9ECEBAA-938D-4CCB-EF30-9C1145444533}"/>
              </a:ext>
            </a:extLst>
          </p:cNvPr>
          <p:cNvSpPr/>
          <p:nvPr/>
        </p:nvSpPr>
        <p:spPr>
          <a:xfrm>
            <a:off x="6047054" y="1414613"/>
            <a:ext cx="693683" cy="672662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DF09C026-3F9B-8453-E085-C9C18565B82B}"/>
              </a:ext>
            </a:extLst>
          </p:cNvPr>
          <p:cNvSpPr/>
          <p:nvPr/>
        </p:nvSpPr>
        <p:spPr>
          <a:xfrm>
            <a:off x="9176255" y="1444850"/>
            <a:ext cx="693683" cy="612188"/>
          </a:xfrm>
          <a:prstGeom prst="mathEqual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A66F6-E483-E225-66AE-5B8A9ABB5B3A}"/>
              </a:ext>
            </a:extLst>
          </p:cNvPr>
          <p:cNvSpPr txBox="1"/>
          <p:nvPr/>
        </p:nvSpPr>
        <p:spPr>
          <a:xfrm>
            <a:off x="241738" y="3429000"/>
            <a:ext cx="2285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Generates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35DB5-497A-2DF2-1A57-3D254A4A08E5}"/>
              </a:ext>
            </a:extLst>
          </p:cNvPr>
          <p:cNvSpPr txBox="1"/>
          <p:nvPr/>
        </p:nvSpPr>
        <p:spPr>
          <a:xfrm>
            <a:off x="3608442" y="3424038"/>
            <a:ext cx="2285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Puts results in tables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14C546-942A-C2DC-565E-7F836282865B}"/>
              </a:ext>
            </a:extLst>
          </p:cNvPr>
          <p:cNvSpPr txBox="1"/>
          <p:nvPr/>
        </p:nvSpPr>
        <p:spPr>
          <a:xfrm>
            <a:off x="6943326" y="3424038"/>
            <a:ext cx="2180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  <a:cs typeface="Helvetica" panose="020B0604020202020204" pitchFamily="34" charset="0"/>
              </a:rPr>
              <a:t>Creates plots</a:t>
            </a:r>
          </a:p>
        </p:txBody>
      </p:sp>
    </p:spTree>
    <p:extLst>
      <p:ext uri="{BB962C8B-B14F-4D97-AF65-F5344CB8AC3E}">
        <p14:creationId xmlns:p14="http://schemas.microsoft.com/office/powerpoint/2010/main" val="529171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 Palette">
      <a:dk1>
        <a:srgbClr val="4B4B45"/>
      </a:dk1>
      <a:lt1>
        <a:sysClr val="window" lastClr="FFFFFF"/>
      </a:lt1>
      <a:dk2>
        <a:srgbClr val="0078BF"/>
      </a:dk2>
      <a:lt2>
        <a:srgbClr val="FFFFFF"/>
      </a:lt2>
      <a:accent1>
        <a:srgbClr val="0078BF"/>
      </a:accent1>
      <a:accent2>
        <a:srgbClr val="00843D"/>
      </a:accent2>
      <a:accent3>
        <a:srgbClr val="F08122"/>
      </a:accent3>
      <a:accent4>
        <a:srgbClr val="5C2161"/>
      </a:accent4>
      <a:accent5>
        <a:srgbClr val="A61F56"/>
      </a:accent5>
      <a:accent6>
        <a:srgbClr val="F7C612"/>
      </a:accent6>
      <a:hlink>
        <a:srgbClr val="C6C8C8"/>
      </a:hlink>
      <a:folHlink>
        <a:srgbClr val="7B7D8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230</TotalTime>
  <Words>19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>Cleveland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Zabor, Emily</dc:creator>
  <cp:lastModifiedBy>Zabor, Emily</cp:lastModifiedBy>
  <cp:revision>6</cp:revision>
  <dcterms:created xsi:type="dcterms:W3CDTF">2024-05-09T15:27:13Z</dcterms:created>
  <dcterms:modified xsi:type="dcterms:W3CDTF">2024-05-09T19:19:13Z</dcterms:modified>
</cp:coreProperties>
</file>